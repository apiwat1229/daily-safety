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bc6756d9ef4036" /><Relationship Type="http://schemas.openxmlformats.org/officeDocument/2006/relationships/extended-properties" Target="/docProps/app.xml" Id="R9e2efcf89aa54acd" /><Relationship Type="http://schemas.openxmlformats.org/officeDocument/2006/relationships/officeDocument" Target="/ppt/presentation.xml" Id="R0ceedc8b47c740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c860c77e144bb"/>
  </p:sldMasterIdLst>
  <p:notesMasterIdLst>
    <p:notesMasterId xmlns:r="http://schemas.openxmlformats.org/officeDocument/2006/relationships" r:id="R412024f177ad42f8"/>
  </p:notesMasterIdLst>
  <p:sldIdLst>
    <p:sldId xmlns:r="http://schemas.openxmlformats.org/officeDocument/2006/relationships" id="256" r:id="Raf2d2be3c60e4942"/>
    <p:sldId xmlns:r="http://schemas.openxmlformats.org/officeDocument/2006/relationships" id="257" r:id="R0f86531aebf543fc"/>
    <p:sldId xmlns:r="http://schemas.openxmlformats.org/officeDocument/2006/relationships" id="258" r:id="Ra1db60ca90f84c68"/>
    <p:sldId xmlns:r="http://schemas.openxmlformats.org/officeDocument/2006/relationships" id="259" r:id="R898a0f9aa42141dc"/>
    <p:sldId xmlns:r="http://schemas.openxmlformats.org/officeDocument/2006/relationships" id="260" r:id="Rbd89119d683343cd"/>
    <p:sldId xmlns:r="http://schemas.openxmlformats.org/officeDocument/2006/relationships" id="261" r:id="Rb05bb1399c57477c"/>
    <p:sldId xmlns:r="http://schemas.openxmlformats.org/officeDocument/2006/relationships" id="262" r:id="Rd73d593c055849fa"/>
    <p:sldId xmlns:r="http://schemas.openxmlformats.org/officeDocument/2006/relationships" id="263" r:id="R0ff6739201ec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8ca5e1a3a145c9" /><Relationship Type="http://schemas.openxmlformats.org/officeDocument/2006/relationships/slideMaster" Target="/ppt/slideMasters/slideMaster1.xml" Id="R1c5c860c77e144bb" /><Relationship Type="http://schemas.openxmlformats.org/officeDocument/2006/relationships/notesMaster" Target="/ppt/notesMasters/notesMaster1.xml" Id="R412024f177ad42f8" /><Relationship Type="http://schemas.openxmlformats.org/officeDocument/2006/relationships/presProps" Target="/ppt/presProps.xml" Id="Rcae4f82f4e684bd0" /><Relationship Type="http://schemas.openxmlformats.org/officeDocument/2006/relationships/tableStyles" Target="/ppt/tableStyles.xml" Id="R6e4f978f0fef4664" /><Relationship Type="http://schemas.openxmlformats.org/officeDocument/2006/relationships/slide" Target="/ppt/slides/slide1.xml" Id="Raf2d2be3c60e4942" /><Relationship Type="http://schemas.openxmlformats.org/officeDocument/2006/relationships/slide" Target="/ppt/slides/slide2.xml" Id="R0f86531aebf543fc" /><Relationship Type="http://schemas.openxmlformats.org/officeDocument/2006/relationships/slide" Target="/ppt/slides/slide3.xml" Id="Ra1db60ca90f84c68" /><Relationship Type="http://schemas.openxmlformats.org/officeDocument/2006/relationships/slide" Target="/ppt/slides/slide4.xml" Id="R898a0f9aa42141dc" /><Relationship Type="http://schemas.openxmlformats.org/officeDocument/2006/relationships/slide" Target="/ppt/slides/slide5.xml" Id="Rbd89119d683343cd" /><Relationship Type="http://schemas.openxmlformats.org/officeDocument/2006/relationships/slide" Target="/ppt/slides/slide6.xml" Id="Rb05bb1399c57477c" /><Relationship Type="http://schemas.openxmlformats.org/officeDocument/2006/relationships/slide" Target="/ppt/slides/slide7.xml" Id="Rd73d593c055849fa" /><Relationship Type="http://schemas.openxmlformats.org/officeDocument/2006/relationships/slide" Target="/ppt/slides/slide8.xml" Id="R0ff6739201ec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2ab0d3b9b47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85d13192848f8" /><Relationship Type="http://schemas.openxmlformats.org/officeDocument/2006/relationships/notesMaster" Target="/ppt/notesMasters/notesMaster1.xml" Id="Ra4b071b6ebd4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5890977514c34" /><Relationship Type="http://schemas.openxmlformats.org/officeDocument/2006/relationships/notesMaster" Target="/ppt/notesMasters/notesMaster1.xml" Id="Rd2892af18ad740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ea974e4d8c44e2" /><Relationship Type="http://schemas.openxmlformats.org/officeDocument/2006/relationships/notesMaster" Target="/ppt/notesMasters/notesMaster1.xml" Id="R0d9288a60fd444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31a28f77eb4888" /><Relationship Type="http://schemas.openxmlformats.org/officeDocument/2006/relationships/notesMaster" Target="/ppt/notesMasters/notesMaster1.xml" Id="R2c470157aab4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cae1b9e364129" /><Relationship Type="http://schemas.openxmlformats.org/officeDocument/2006/relationships/notesMaster" Target="/ppt/notesMasters/notesMaster1.xml" Id="R5df633fc875644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caf6bc0ec4a72" /><Relationship Type="http://schemas.openxmlformats.org/officeDocument/2006/relationships/notesMaster" Target="/ppt/notesMasters/notesMaster1.xml" Id="Rce2b7d9b2ccd47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a2b60828604c05" /><Relationship Type="http://schemas.openxmlformats.org/officeDocument/2006/relationships/notesMaster" Target="/ppt/notesMasters/notesMaster1.xml" Id="Re168fa0db56743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fd18ddf75f4410" /><Relationship Type="http://schemas.openxmlformats.org/officeDocument/2006/relationships/notesMaster" Target="/ppt/notesMasters/notesMaster1.xml" Id="Ra2423c9075b5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ใช้เป็นสื่ออบรมทั่วไป ให้ผู้สอนย้ำตำแหน่งสัญญาณเตือน ทางหนีไฟ และจุดรวมพลจริงของแต่ละพื้นที่ก่อนเริ่มอบรม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ชวนผู้เข้าอบรมยกตัวอย่างความเสี่ยงในพื้นที่ของตน แล้วทบทวนวิธีแจ้งเหตุที่หน่วยงานกำหนด</a:t>
            </a:r>
          </a:p>
          <a:p xmlns:a="http://schemas.openxmlformats.org/drawingml/2006/main">
            <a:r>
              <a:t>แหล่งข้อมูลสำหรับผู้สอน:</a:t>
            </a:r>
          </a:p>
          <a:p xmlns:a="http://schemas.openxmlformats.org/drawingml/2006/main">
            <a:r>
              <a:t>กรมป้องกันและบรรเทาสาธารณภัย — แผนป้องกันและระงับอัคคีภัย: https://backofficeminisite.disaster.go.th/apiv1/apps/minisite_TRANG/204/content/2451/download?filename=9abf5e9f011188033b268661b9daa499.pdf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ให้ย้ำลำดับการแจ้งเหตุจริงในโรงงาน และแจ้งว่าหากทางออกหนึ่งมีควันหรือไฟ ให้ใช้ทางหนีที่ปลอดภัยอีกเส้นทางตามแผนอพยพ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ทบทวนเส้นทางหลักและเส้นทางสำรองที่กำหนดในพื้นที่จริง ผู้นำอพยพหรือผู้ที่ได้รับมอบหมายให้ตรวจพื้นที่ต้องปฏิบัติตามแผนของสถานประกอบกิจการ</a:t>
            </a:r>
          </a:p>
          <a:p xmlns:a="http://schemas.openxmlformats.org/drawingml/2006/main">
            <a:r>
              <a:t>แหล่งข้อมูลสำหรับผู้สอน:</a:t>
            </a:r>
          </a:p>
          <a:p xmlns:a="http://schemas.openxmlformats.org/drawingml/2006/main">
            <a:r>
              <a:t>กรมป้องกันและบรรเทาสาธารณภัย — แผนป้องกันและระงับอัคคีภัย: https://backofficeminisite.disaster.go.th/apiv1/apps/minisite_TRANG/204/content/2451/download?filename=9abf5e9f011188033b268661b9daa499.pdf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เน้นการตรวจนับตามระบบของหน่วยงาน อัปเดตจำนวนและช่องทางรายงานให้ตรงกับแผนอพยพปัจจุบัน</a:t>
            </a:r>
          </a:p>
          <a:p xmlns:a="http://schemas.openxmlformats.org/drawingml/2006/main">
            <a:r>
              <a:t>แหล่งข้อมูลสำหรับผู้สอน:</a:t>
            </a:r>
          </a:p>
          <a:p xmlns:a="http://schemas.openxmlformats.org/drawingml/2006/main">
            <a:r>
              <a:t>กรมป้องกันและบรรเทาสาธารณภัย — แผนป้องกันและระงับอัคคีภัย: https://backofficeminisite.disaster.go.th/apiv1/apps/minisite_TRANG/204/content/2451/download?filename=9abf5e9f011188033b268661b9daa499.pdf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เนื้อหาสไลด์นี้เป็นหลักเตือนใจเท่านั้น ให้ปฏิบัติตามการฝึกอบรมเรื่องชนิดถังและขั้นตอนของสถานประกอบกิจการ หากไม่ปลอดภัยให้อพยพ</a:t>
            </a:r>
          </a:p>
          <a:p xmlns:a="http://schemas.openxmlformats.org/drawingml/2006/main">
            <a:r>
              <a:t>แหล่งข้อมูลสำหรับผู้สอน:</a:t>
            </a:r>
          </a:p>
          <a:p xmlns:a="http://schemas.openxmlformats.org/drawingml/2006/main">
            <a:r>
              <a:t>กรมสวัสดิการและคุ้มครองแรงงาน — กฎกระทรวงกำหนดมาตรฐานในการบริหาร จัดการ และดำเนินการด้านความปลอดภัยฯ เกี่ยวกับการป้องกันและระงับอัคคีภัย พ.ศ. 2555: https://osh.labour.go.th/กฏกระทรวง-อัคคีภัย-2555/</a:t>
            </a:r>
          </a:p>
          <a:p xmlns:a="http://schemas.openxmlformats.org/drawingml/2006/main">
            <a:r>
              <a:t>กรมสวัสดิการและคุ้มครองแรงงาน — เอกสารแนวทางความปลอดภัยเกี่ยวกับอัคคีภัย: https://osh.labour.go.th/wp-content/uploads/2026/03/fire-012.pdf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ปิดการอบรมด้วยการให้แต่ละทีมระบุสิ่งหนึ่งอย่างที่จะตรวจหรือปรับปรุง และทบทวนผู้รับผิดชอบในการติดตาม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ถามผู้เข้าอบรมให้บอกจุดรวมพล เส้นทางสำรอง และช่องทางแจ้งเหตุประจำพื้นที่ของตนเอง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c918cb7814d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c6be76d9c44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4313c53cb41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69011397540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06632244548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bcabc547b4e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C4845B-9E2E-49BD-8B0A-D60F6C19D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218DD4-F57C-4CDF-BE9F-1252886ADF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57CD04-3D81-474C-ADF9-A9373A8F2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FE972A-A9E3-4BC4-93FF-745CF0F09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654420-781A-4485-8AFF-7798FF34F7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8C7F72-49D3-4037-B1F0-5CF97947AB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D8CFE1-875C-4C24-9E7A-221556239C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34B5F1-2C35-4CA5-A22E-32C0ABEADB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995D42-11D6-48C2-B258-ECC2E0160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941CAB-7A98-4D0D-8CFA-AD5386F93F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c6baf825124e48" /><Relationship Type="http://schemas.openxmlformats.org/officeDocument/2006/relationships/slideLayout" Target="/ppt/slideLayouts/slideLayout1.xml" Id="Rbeec0d1a42204303" /><Relationship Type="http://schemas.openxmlformats.org/officeDocument/2006/relationships/slideLayout" Target="/ppt/slideLayouts/slideLayout2.xml" Id="Rab8cff96ece8492a" /><Relationship Type="http://schemas.openxmlformats.org/officeDocument/2006/relationships/slideLayout" Target="/ppt/slideLayouts/slideLayout3.xml" Id="Rc6c9a3b9ae8348d9" /><Relationship Type="http://schemas.openxmlformats.org/officeDocument/2006/relationships/slideLayout" Target="/ppt/slideLayouts/slideLayout4.xml" Id="R3b37232572e1411b" /><Relationship Type="http://schemas.openxmlformats.org/officeDocument/2006/relationships/slideLayout" Target="/ppt/slideLayouts/slideLayout5.xml" Id="Re940cd25bcdb4de7" /><Relationship Type="http://schemas.openxmlformats.org/officeDocument/2006/relationships/slideLayout" Target="/ppt/slideLayouts/slideLayout6.xml" Id="Rc25cb270dd7d4e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ec0d1a42204303"/>
    <p:sldLayoutId xmlns:r="http://schemas.openxmlformats.org/officeDocument/2006/relationships" id="2147483650" r:id="Rab8cff96ece8492a"/>
    <p:sldLayoutId xmlns:r="http://schemas.openxmlformats.org/officeDocument/2006/relationships" id="2147483651" r:id="Rc6c9a3b9ae8348d9"/>
    <p:sldLayoutId xmlns:r="http://schemas.openxmlformats.org/officeDocument/2006/relationships" id="2147483652" r:id="R3b37232572e1411b"/>
    <p:sldLayoutId xmlns:r="http://schemas.openxmlformats.org/officeDocument/2006/relationships" id="2147483653" r:id="Re940cd25bcdb4de7"/>
    <p:sldLayoutId xmlns:r="http://schemas.openxmlformats.org/officeDocument/2006/relationships" id="2147483654" r:id="Rc25cb270dd7d4e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b5795c98c490c" /><Relationship Type="http://schemas.openxmlformats.org/officeDocument/2006/relationships/notesSlide" Target="/ppt/notesSlides/notesSlide1.xml" Id="R22f0949f03e04b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1cc47af964e71" /><Relationship Type="http://schemas.openxmlformats.org/officeDocument/2006/relationships/notesSlide" Target="/ppt/notesSlides/notesSlide2.xml" Id="R4fcaed36dc314a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4ecf149b94fdc" /><Relationship Type="http://schemas.openxmlformats.org/officeDocument/2006/relationships/notesSlide" Target="/ppt/notesSlides/notesSlide3.xml" Id="R7f8a08499a3246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13e5bf2434ea0" /><Relationship Type="http://schemas.openxmlformats.org/officeDocument/2006/relationships/notesSlide" Target="/ppt/notesSlides/notesSlide4.xml" Id="R2d99e88a862b46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edaa7fbf6493f" /><Relationship Type="http://schemas.openxmlformats.org/officeDocument/2006/relationships/notesSlide" Target="/ppt/notesSlides/notesSlide5.xml" Id="R68acd27ea6314c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8368ed45b4ab6" /><Relationship Type="http://schemas.openxmlformats.org/officeDocument/2006/relationships/notesSlide" Target="/ppt/notesSlides/notesSlide6.xml" Id="Rba368bb649e54b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b91791fc4452e" /><Relationship Type="http://schemas.openxmlformats.org/officeDocument/2006/relationships/notesSlide" Target="/ppt/notesSlides/notesSlide7.xml" Id="R9f784850a43c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f3f8ba72341fd" /><Relationship Type="http://schemas.openxmlformats.org/officeDocument/2006/relationships/notesSlide" Target="/ppt/notesSlides/notesSlide8.xml" Id="R39199d9d244e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8431B-E323-41AF-9969-151D9B3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D1CA0-5329-46B5-8C9F-DB7C228F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286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18200-9D60-4B90-91D5-A14202DB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19812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BD9D4-29CB-4686-9C46-C90A81E1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C167E-1891-479D-9B70-219C19CA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71625"/>
            <a:ext cx="952500" cy="762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860C9-379C-44FF-975D-19C273E3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28875"/>
            <a:ext cx="238125" cy="4667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EB494-E85D-469E-A171-8D8A94D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5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E1572-093E-43A8-AF0F-64D8B08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DCEFEA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DCEFE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DCEFEA"/>
                </a:solidFill>
                <a:latin typeface="Leelawadee UI"/>
                <a:ea typeface="Leelawadee UI"/>
                <a:cs typeface="Leelawadee UI"/>
              </a:rPr>
              <a:t>คู่มืออบรม • 8 สไลด์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5BF79-4B23-4289-8E0F-C883066E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572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การป้องกัน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อัคคีภัย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076DA-371D-4368-8B5D-21227C27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rPr>
              <a:t>และการอพยพฉุกเฉิน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F4173-BA6B-4063-9C7C-CF6843B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แนวทางปฏิบัติสำหรับพนักงานทุกแผนก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F20DD-2806-4EB9-802A-44FB852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27EF3-5919-4853-A9B3-39F26F08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0E7E1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D0E7E1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D0E7E1"/>
                </a:solidFill>
                <a:latin typeface="Leelawadee UI"/>
                <a:ea typeface="Leelawadee UI"/>
                <a:cs typeface="Leelawadee UI"/>
              </a:rPr>
              <a:t>สังเกตความเสี่ยง  ·  แจ้งเหตุ  ·  อพยพ  ·  รวมพล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5D6AF-DCA8-4902-90C9-BF7BDD3C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rPr>
              <a:t>Y.T. RUBBER  |  SAFETY TRAINING</a:t>
            </a:r>
          </a:p>
        </p:txBody>
      </p:sp>
    </p:spTree>
    <p:extLst>
      <p:ext uri="{BB962C8B-B14F-4D97-AF65-F5344CB8AC3E}">
        <p14:creationId xmlns:p14="http://schemas.microsoft.com/office/powerpoint/2010/main" val="736099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E63BD-6F2E-48FC-BE20-6CBAFEB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00B39-840E-4779-BA6D-6F8C72B0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01 · ลดโอกาสเกิดไฟ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E774C-4374-44CC-A3CA-A5F65DD3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ป้องกันก่อนเกิดเหตุ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35027-699D-418F-8E5E-0E4ACA7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25E0-5178-4502-9BF8-1AA77D1E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D3794-76BE-4248-B034-A1972523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F8A1B-CFF4-4273-B323-2BDCCC0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0958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7FE33-C1F2-49CB-A062-F43B2F7B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52256-10A1-43F1-A300-AC557E3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B15F6-61DA-4DD1-86B7-2807569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ไฟฟ้าและเครื่องใช้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E477E-9AC7-4FB4-8F41-8FC30AD6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หยุดใช้สายไฟหรือปลั๊กที่ชำรุด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ไม่พ่วงปลั๊กเกินกำลัง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1B6EF-B3E1-49C4-AFB9-FE704F8B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50958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E886B-0BB5-4139-B206-D21B52D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66925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705C2-303B-4FB9-87FA-5C18B9B2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D48A9-937F-4489-AC74-7A702E1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เชื้อเพลิงและสารไวไฟ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76BFD-1CB4-455F-81F0-9048AB5B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เก็บในภาชนะและพื้นที่ที่กำหนด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ปิดฝาและติดฉลากให้ชัดเจน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933BD-FCAD-4B7A-B424-2B5622EB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50958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DA745-AAB7-4473-BC60-448132F8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5BB20-8D50-49AD-9BFF-6A9B390F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FD83A-6C7B-48D5-B543-B2ED2314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งานที่เกิดประกายไฟ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1AE81-617D-4EAE-BE9A-EE89614C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ทำตามขั้นตอนอนุญาตงานร้อน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เคลียร์วัสดุติดไฟและเตรียมอุปกรณ์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ADEB8-E171-4D88-94B4-6135F0D3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0958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3A8D7-5725-462B-B143-17F48FC5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C28ED-C731-448A-A2C9-EB4AEE6A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7333D-7CF9-42AB-8413-21FB57B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ทางหนีไฟและอุปกรณ์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564A3-F3A7-449A-B656-A0B98F00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385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ไม่วางของกีดขวางประตู ทางเดิน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ป้ายทางออก และถังดับเพลิง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3E5AD-89B4-4A97-BB82-864C17F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1F3E5-B13A-45DC-9EB2-918C4D99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4410E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74410E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74410E"/>
                </a:solidFill>
                <a:latin typeface="Leelawadee UI"/>
                <a:ea typeface="Leelawadee UI"/>
                <a:cs typeface="Leelawadee UI"/>
              </a:rPr>
              <a:t>พบความเสี่ยงให้หยุดใช้ กั้นพื้นที่ และแจ้งหัวหน้างานทันที</a:t>
            </a:r>
          </a:p>
        </p:txBody>
      </p:sp>
    </p:spTree>
    <p:extLst>
      <p:ext uri="{BB962C8B-B14F-4D97-AF65-F5344CB8AC3E}">
        <p14:creationId xmlns:p14="http://schemas.microsoft.com/office/powerpoint/2010/main" val="1715898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61CD4-7435-4F61-BE78-71D70E98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FFCC3-03D4-4DE1-BBDF-3DB89564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02 · ตอบสนองอย่างปลอดภัย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EF910-F8B3-409C-B58E-00D84CC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พบควันหรือไฟ: ทำ 3 อย่างทันที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DBC04-0769-4A3B-AB87-EB0915BF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B645-A735-4AA4-996C-AF666EC5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7CAE8-F44C-4F72-BE4E-65D36F2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4AA2B-0E90-4F8C-AE1D-28345C1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F8B3F-7AB1-405B-9AB2-B33EFA43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003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A8C45-1620-472F-973D-D16201D8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193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E0158-3911-482E-A6CC-4FD0B4ED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หยุด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C0144-E59D-42C4-BB87-3D6B0C9A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หยุดงานและอุปกรณ์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เมื่อทำได้อย่างปลอดภัย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7DAA8-6898-4282-9AD4-29AB9FF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3EB06-FC51-4232-8940-E9B211CE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3238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BE696-BE7E-49BB-9BF5-54D8E21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03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2FCC8-0B6F-4B30-9375-7A36A38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193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A896C-6B4B-4DBC-BF0A-E779C4ED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แจ้ง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14897-61A5-49A2-A268-3A39F63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กดสัญญาณเตือนหรือแจ้ง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ตามช่องทางฉุกเฉินของพื้นที่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C56F3-05DC-4720-8F1E-BF6AB2DB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DB071-D2FF-48C9-B42F-D1BB8FA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238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3E697-41BA-4F79-A08A-2F3B53C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9B0A0-6E9C-47E6-AD65-7CAC894E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193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104A2-A9FB-44E0-AF37-6A1515F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ออก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BB41A-5BDE-41EE-A958-14EF1DBA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เริ่มอพยพตามเส้นทาง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ไปยังจุดรวมพล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A79AA-E0A1-4E06-9ED9-8EE26F0B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47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FEA84-02F6-44BE-820B-FDA68ED6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625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อย่าเสียเวลาเก็บของ หรือเข้าไปค้นหาต้นเหตุเพียงลำพัง</a:t>
            </a:r>
          </a:p>
        </p:txBody>
      </p:sp>
    </p:spTree>
    <p:extLst>
      <p:ext uri="{BB962C8B-B14F-4D97-AF65-F5344CB8AC3E}">
        <p14:creationId xmlns:p14="http://schemas.microsoft.com/office/powerpoint/2010/main" val="1631460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86D9D-1D3C-4537-8D08-FC32CFB1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81613-A711-4C5E-A302-6D5CDD9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03 · ออกจากพื้นที่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BC42-EF28-4578-82DC-DA296B2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อพยพตามเส้นทางที่ปลอดภัย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CA0E5-6889-47E3-A842-1F4C9B75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FE893-AE7A-44F5-8F95-2ABE30DE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54E8D-9021-47B2-899C-2D68FA5E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88648-6A37-4528-9C63-58C93323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48577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3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105BF-EEC7-4FCC-8EEC-E286373F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rPr>
              <a:t>จำให้ขึ้นใจ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E5B8D-D4B3-4C46-A7A6-4071038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ออกให้ไว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ไปจุดรวมพล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EB703-A956-4A26-9A01-31EAECC7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0E7E1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D0E7E1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D0E7E1"/>
                </a:solidFill>
                <a:latin typeface="Leelawadee UI"/>
                <a:ea typeface="Leelawadee UI"/>
                <a:cs typeface="Leelawadee UI"/>
              </a:rPr>
              <a:t>เดินตามป้ายและคำสั่งของผู้นำอพยพ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C43B8-79E9-45EA-8DD9-2855B91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3048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02C7F-859F-4273-AF20-B1C542EC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755F-424D-461A-942A-400B23C0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621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84CA7-5848-4144-AFAD-00D093FF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859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ใช้บันไดและทางหนีไฟ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B0EFA-1F17-4B79-939F-9FB5EA1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5D711-0469-45B5-B544-1E74A72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4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2FEDC-6B15-4BEC-96DF-F4A7DA2A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622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EFAEE-EBE3-436B-91FC-8591709C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60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ไม่ใช้ลิฟต์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5BCA4-7776-4CEC-B4BB-39812DAC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21901-D722-40D3-B4BB-E81B6E96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4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7CA3B-5F20-4D7E-AD0D-93B4578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51D4B-B79D-41B1-9553-12F7B1F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861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ไม่ย้อนกลับไปเอาสิ่งของ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9B5F9-EF7C-4492-AF25-D78B1CC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726D3-A5F2-4447-971F-AA04893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951DE-6900-4708-AB99-60C3757D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62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07419-5C73-46AD-A60C-831A2076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62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ช่วยผู้ที่ต้องการความช่วยเหลือตามแผน</a:t>
            </a:r>
          </a:p>
        </p:txBody>
      </p:sp>
    </p:spTree>
    <p:extLst>
      <p:ext uri="{BB962C8B-B14F-4D97-AF65-F5344CB8AC3E}">
        <p14:creationId xmlns:p14="http://schemas.microsoft.com/office/powerpoint/2010/main" val="2012075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BFAF4-371B-4F52-B6FD-1F441354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43D7-59D0-498F-B29E-DF49242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04 · ตรวจนับและรอคำสั่ง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0D418-0378-43B3-A4F4-38F7A25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ถึงจุดรวมพลแล้ว อย่าเพิ่งกลับ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C5487-F7F4-45FF-AEB8-D78FF13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51817-B46E-4582-8C7A-45AD11A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ED886-916E-47C3-9E29-2472961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68D4-F6A5-43F0-AEB8-AEEAC962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622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BA2D1-7914-4199-868C-EAA9D65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00B39-C856-4167-B096-1C885A3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1C322-4D14-4D34-8913-F19CF640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รวมกลุ่ม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9FF2E-12E3-49ED-A07D-092AF871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ไปยังจุดรวมพลที่กำหนด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DDD18-E531-44C0-8CD6-DAD0A41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3622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F2D42-1739-4F98-B160-9C2BF97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65203-EA28-43FD-9D64-C87CEBE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193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17434-26E4-45CD-BFBD-36EBC66B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670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ตรวจนับ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CB325-98A3-4D75-99AE-ABF4310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รายงานตัวกับผู้รับผิดชอบ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CB20F-8707-4480-9FE3-22CB0A9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3622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0F2E1-BD56-4D74-B7EB-BB34AB9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F5F3B-0A4E-4F33-BB1E-96C9CE0C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FC577-2B55-4A67-975C-8C1B4C49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670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แจ้งข้อมูล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3ADE8-5360-4791-9F9E-2C35677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แจ้งผู้สูญหายหรือผู้บาดเจ็บ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A7D79-F637-461E-83F2-AE24CC96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3622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99D47-B7C4-4A2A-93DF-D683FE3E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09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0DFFB-9FB5-40EF-B5E5-B95CB11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165102-05B9-4F31-9EAE-8AA4ADE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670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รอประกาศ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B5437-E3EE-426B-8A62-BFAACB8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กลับเข้าพื้นที่เมื่อได้รับอนุญาต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B58EA-4AC3-4B27-BC40-40429956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3667B-DD47-4AA9-8847-759D2B2A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74410E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74410E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74410E"/>
                </a:solidFill>
                <a:latin typeface="Leelawadee UI"/>
                <a:ea typeface="Leelawadee UI"/>
                <a:cs typeface="Leelawadee UI"/>
              </a:rPr>
              <a:t>ห้ามแยกย้าย จนกว่าผู้รับผิดชอบจะยืนยันว่าปลอดภัย</a:t>
            </a:r>
          </a:p>
        </p:txBody>
      </p:sp>
    </p:spTree>
    <p:extLst>
      <p:ext uri="{BB962C8B-B14F-4D97-AF65-F5344CB8AC3E}">
        <p14:creationId xmlns:p14="http://schemas.microsoft.com/office/powerpoint/2010/main" val="350578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1F1DC-B25F-4484-9651-26A6FBE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E6173-221D-4E88-804B-D583E27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05 · ตัดสินใจก่อนเข้าควบคุมไฟ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DD42F-272D-498D-9812-047930B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ใช้ถังดับเพลิงเมื่อพร้อมและปลอดภัยเท่านั้น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A7856-89A5-43AE-96DF-AD44F713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E6731-58E8-40DF-8214-C464F53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C3805-243A-4D85-A8DF-C6ACC64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BDA0F-D725-47E2-8F51-27677D4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DDD03-28E5-45C0-8FE1-D6A481A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rPr>
              <a:t>เริ่มใช้ได้เมื่อ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312B0-1790-4EE9-851E-493638D5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A8835-FE11-4788-B3D5-71E5A27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72481-4AFD-413D-B6B8-1E9B169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rPr>
              <a:t>ได้รับการฝึกใช้อุปกรณ์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952CE-3CE7-4F36-AD38-87671DCF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84D93-31C3-4B47-AB85-9DD5539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042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6A450-1B38-432C-BE68-512BAB11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62325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rPr>
              <a:t>เลือกถังให้ตรงชนิดของเพลิง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20AF6-97DB-4112-8D7F-32DA42E0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F107F-15F0-49AE-B819-596F5337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3C5C4-57B1-4A37-BBFB-0E6372D4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rPr>
              <a:t>ไฟยังมีขนาดเล็กและไม่ลุกลาม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E07FD-3CF0-486E-9D98-EF1A6541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A0100-F96A-46B3-86F5-A7FBB68C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4C862-3B38-4F26-AB46-DE6F233B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48175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03A3B"/>
                </a:solidFill>
                <a:latin typeface="Leelawadee UI"/>
                <a:ea typeface="Leelawadee UI"/>
                <a:cs typeface="Leelawadee UI"/>
              </a:rPr>
              <a:t>มีทางถอยหนีอยู่ด้านหลัง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20FD3-FB49-4225-9036-560CDBB6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53340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11E20-6E63-4A18-8EFD-E4584C8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ถ้าไม่แน่ใจ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229E5-62DC-4347-A5AF-78BDD782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4333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ให้อพยพ แจ้งเหตุ และรอทีมที่รับผิดชอบ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CA4BB-F5BB-4B82-A498-1AF655F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38575"/>
            <a:ext cx="4495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16DCA-3CED-44D9-853D-3EE5185F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43350"/>
            <a:ext cx="404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อย่าเข้าหาไฟหรือควัน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BD483D"/>
                </a:solidFill>
                <a:latin typeface="Leelawadee UI"/>
                <a:ea typeface="Leelawadee UI"/>
                <a:cs typeface="Leelawadee UI"/>
              </a:rPr>
              <a:t>จนปิดกั้นทางหนีของตนเอง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68230-D301-431B-82C8-0A9860F6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24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แนวทางนี้ไม่แทนการฝึกปฏิบัติหรือข้อกำหนดเฉพาะของสถานประกอบกิจการ</a:t>
            </a:r>
          </a:p>
        </p:txBody>
      </p:sp>
    </p:spTree>
    <p:extLst>
      <p:ext uri="{BB962C8B-B14F-4D97-AF65-F5344CB8AC3E}">
        <p14:creationId xmlns:p14="http://schemas.microsoft.com/office/powerpoint/2010/main" val="1528328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7009A6-52EC-4A3C-AA2D-D149FB7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2B77-7DDB-4CB3-BED3-832B2CE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06 · ฟื้นฟูและเรียนรู้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38CA3-17BD-4652-BA5D-CB09BF8E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หลังเหตุการณ์: รายงานและป้องกันซ้ำ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2314-CC06-4D1C-9AA8-F8CA737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035D0-3907-473B-B8C7-B0ED8ED5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CC9D-F3E6-492A-A1AA-F130DE4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615D2-75C6-4A25-9D78-DE4CE58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3938F-F1EA-4EBB-A6AB-C58D71C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39D58-F7EB-48E6-9EB6-67A08418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57060-DA82-4840-A203-D4B7DFB9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รายงานเหตุและเกือบเกิดเหตุ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7CF74-7621-48AC-A7BA-E9F7060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574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บันทึกเวลา สถานที่ และสิ่งที่พบ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E4C32-DA99-45E1-B0F3-DFFA9BBE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BC53F-80BD-4F7F-8341-8DD6340B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495DB-4076-4AA0-8EC4-8607EAF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E99B4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70DB3-A02E-45B9-B6EF-4854A824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ดูแลผู้ได้รับผลกระทบ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A2B88-F87B-4664-AEB9-9D85009C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ขอความช่วยเหลือจากผู้รับผิดชอบ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7E4DE-717F-43D7-ABC8-EDDEC7F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78F32-C261-4AD3-8756-35DAC804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67767-824F-4C6C-A5FC-EFD8935C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B83D2-E71D-40EC-A799-A16DE119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52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หาสาเหตุและแก้ไข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D5558-EC22-4250-BCD2-07B78887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กำหนดผู้รับผิดชอบและติดตามผล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78088-4895-429F-9C94-286501CF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2CA40-BC97-4E58-A353-24285993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4C880-04CD-4F8A-8629-899B201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FBC3C-D86A-4B7A-9749-21A6797E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02A2B"/>
                </a:solidFill>
                <a:latin typeface="Leelawadee UI"/>
                <a:ea typeface="Leelawadee UI"/>
                <a:cs typeface="Leelawadee UI"/>
              </a:rPr>
              <a:t>ทบทวนแผนและซ้อม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8CDC7-9AF1-435D-BD51-0859B517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2686B"/>
                </a:solidFill>
                <a:latin typeface="Leelawadee UI"/>
                <a:ea typeface="Leelawadee UI"/>
                <a:cs typeface="Leelawadee UI"/>
              </a:rPr>
              <a:t>ตรวจทางหนี อุปกรณ์ และบทบาททีม</a:t>
            </a:r>
          </a:p>
        </p:txBody>
      </p:sp>
    </p:spTree>
    <p:extLst>
      <p:ext uri="{BB962C8B-B14F-4D97-AF65-F5344CB8AC3E}">
        <p14:creationId xmlns:p14="http://schemas.microsoft.com/office/powerpoint/2010/main" val="1790929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3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66D54-4B6B-472B-9026-179172E2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4F6A2-3BDE-4B0E-842A-B43CE301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BCE4DB"/>
                </a:solidFill>
                <a:latin typeface="Leelawadee UI"/>
                <a:ea typeface="Leelawadee UI"/>
                <a:cs typeface="Leelawadee UI"/>
              </a:rPr>
              <a:t>สรุปก่อนกลับไปทำงาน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F98F8-358F-4304-B869-D95CA7FD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จำ 4 คำ: ป้องกัน · แจ้ง · อพยพ · รวมพล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02407-A0E8-4A55-A67B-3D6D2778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4F32A-17E6-4831-960A-3840EF2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rPr>
              <a:t>Y.T. RUBBER  ·  SAFETY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BEE63-395B-4E49-9ECB-F236E99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A7C9C2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4C858-C9E8-49C8-A92B-189DB085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622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73ADA-9470-4196-AD20-D79D3ECE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4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0D1AF-6A5F-4153-A47B-C566ACCD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24125"/>
            <a:ext cx="74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4E99A-6358-4C11-8DFB-D8DF0E3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ป้องกัน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2E43-4979-4C1E-AD69-3DAA0985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rPr>
              <a:t>เก็บทางหนีให้โล่ง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085CC-2097-4F13-87FF-2742450E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3622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31691-9B99-4CC0-817D-2CE8F633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14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BC80E-CEC5-4C2D-8673-EF05728E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24125"/>
            <a:ext cx="74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5FD03-66BF-4C47-A49C-2CECB6D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62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แจ้ง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3583B-25FD-4AE4-9063-B39034C6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242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rPr>
              <a:t>เตือนคนและแจ้งเหตุ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8EC52-3F9E-4BC8-A07E-EC0D9C00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23622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CE064-FE43-438C-95F5-F4F0E7FB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03EF6-217A-472F-A4BF-8E26AC99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24125"/>
            <a:ext cx="74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27310-5F51-41BF-A837-BAB4A1A2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62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อพยพ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70475-4280-4A91-B368-A5E0EFC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42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rPr>
              <a:t>ใช้ทางที่ปลอดภัย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56ED0-E094-4F85-8A39-9D6FBEA7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3622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ED2CE-38D1-4080-9AF1-097DFFE4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14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76259-5445-49BD-A9BD-FF856840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24125"/>
            <a:ext cx="74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B6B62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08D5C-CA16-4B08-9975-E744EB62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62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รวมพล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214C0-3496-46E0-A37E-B9EDE501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242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C6E0D9"/>
                </a:solidFill>
                <a:latin typeface="Leelawadee UI"/>
                <a:ea typeface="Leelawadee UI"/>
                <a:cs typeface="Leelawadee UI"/>
              </a:rPr>
              <a:t>ตรวจนับและรอคำสั่ง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D3E0F-F20B-4E27-8C0A-9AC3BC6D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รู้ทางหนีไฟและจุดรวมพลของพื้นที่ทำงานของคุณแล้วหรือยัง?</a:t>
            </a:r>
          </a:p>
        </p:txBody>
      </p:sp>
    </p:spTree>
    <p:extLst>
      <p:ext uri="{BB962C8B-B14F-4D97-AF65-F5344CB8AC3E}">
        <p14:creationId xmlns:p14="http://schemas.microsoft.com/office/powerpoint/2010/main" val="128771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2026-10-09T04:03:45.5820000Z</dcterms:created>
  <dcterms:modified xsi:type="dcterms:W3CDTF">2026-10-09T04:03:45.5820000Z</dcterms:modified>
</coreProperties>
</file>